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Instrument Sans Semi Bold" pitchFamily="34" charset="0"/>
      <p:regular r:id="rId17"/>
    </p:embeddedFont>
    <p:embeddedFont>
      <p:font typeface="Instrument Sans Semi Bold" pitchFamily="34" charset="-122"/>
      <p:regular r:id="rId18"/>
    </p:embeddedFont>
    <p:embeddedFont>
      <p:font typeface="Instrument Sans Semi Bold" pitchFamily="34" charset="-120"/>
      <p:regular r:id="rId19"/>
    </p:embeddedFont>
    <p:embeddedFont>
      <p:font typeface="Instrument Sans Medium" pitchFamily="34" charset="0"/>
      <p:regular r:id="rId20"/>
    </p:embeddedFont>
    <p:embeddedFont>
      <p:font typeface="Instrument Sans Medium" pitchFamily="34" charset="-122"/>
      <p:regular r:id="rId21"/>
    </p:embeddedFont>
    <p:embeddedFont>
      <p:font typeface="Instrument Sans Medium" pitchFamily="34" charset="-12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svg"/><Relationship Id="rId8" Type="http://schemas.openxmlformats.org/officeDocument/2006/relationships/image" Target="../media/image12.png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9.xml"/><Relationship Id="rId11" Type="http://schemas.openxmlformats.org/officeDocument/2006/relationships/image" Target="../media/image15.sv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9368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Class A Education Platform — Phase 1 Implementation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435441"/>
            <a:ext cx="7556421" cy="1133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API integration completed pages and functions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170"/>
            <a:ext cx="752379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Authentication (Login Page)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71675"/>
            <a:ext cx="453651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Access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105626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757732"/>
            <a:ext cx="6244709" cy="32204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logs in via login and password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and refresh tokens obtained via API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Token automatically refreshes when expired (refresh token)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role identified and directed to appropriate panel: Admin, School, Teacher, Student, Parent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"Remember me" function — session saved via localStorage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05626"/>
            <a:ext cx="4134088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Connected API Endpoints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757732"/>
            <a:ext cx="6244709" cy="12472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 /auth/login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 /auth/token/refresh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/auth/users/me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662"/>
            <a:ext cx="1185100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 — Library Page (Subjects and Grades)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28167"/>
            <a:ext cx="1105292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Admin: Library Management — Subjects and Grades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435304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2669738"/>
            <a:ext cx="287535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Subject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160157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Create, edit, delete subjects (3 languages: uz, ru, en)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435304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266973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Grade Levels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160157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 grade levels (1st grade, 2nd grade, ...)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435304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266973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Curriculum Creation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160157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curriculum for each subject with class + language combinations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347210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458164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Bulk Operations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8224" y="5072063"/>
            <a:ext cx="593907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multiple classes simultaneously with bulk create functionality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347210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982" y="458164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&amp; Filter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62982" y="5072063"/>
            <a:ext cx="5939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curriculum list and apply filters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372463"/>
            <a:ext cx="4134088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Connected API Endpoints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793790" y="713791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/library/subjects • CRUD /library/grades • CRUD /library/curriculum + bulk create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3974"/>
            <a:ext cx="1008995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 — Library: Chapters and Topics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3478"/>
            <a:ext cx="11817072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Admin: Library — Chapters (Chapter) and Topics (Topic)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24743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 Functionality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899535"/>
            <a:ext cx="6244709" cy="2936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chapters within each curriculum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topics within chapters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Change topic order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 topics with pagination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content types to topics: lesson_content (lesson) and homework (assignment)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Reorder content types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24743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API Endpoints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899535"/>
            <a:ext cx="6244709" cy="12472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/library/chapters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/library/topics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/library/content-types + reorder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8633" y="974646"/>
            <a:ext cx="7086957" cy="4452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 — Lesson Creation (Lesson Builder)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398633" y="1455658"/>
            <a:ext cx="6690241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Admin: Lesson Builder — Creating Lesson Content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98633" y="1847612"/>
            <a:ext cx="2314218" cy="2670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 Builder Interface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398633" y="2248853"/>
            <a:ext cx="4871799" cy="777240"/>
          </a:xfrm>
          <a:prstGeom prst="roundRect">
            <a:avLst>
              <a:gd name="adj" fmla="val 77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56272" y="2406491"/>
            <a:ext cx="178129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56272" y="2682835"/>
            <a:ext cx="4556522" cy="1856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and manage sections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59848" y="2248853"/>
            <a:ext cx="4871918" cy="777240"/>
          </a:xfrm>
          <a:prstGeom prst="roundRect">
            <a:avLst>
              <a:gd name="adj" fmla="val 77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17487" y="2406491"/>
            <a:ext cx="178129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17487" y="2682835"/>
            <a:ext cx="4556641" cy="1856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elements to each section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98633" y="3115508"/>
            <a:ext cx="4871799" cy="777240"/>
          </a:xfrm>
          <a:prstGeom prst="roundRect">
            <a:avLst>
              <a:gd name="adj" fmla="val 77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6272" y="3273147"/>
            <a:ext cx="178129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Reorder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56272" y="3549491"/>
            <a:ext cx="4556522" cy="1856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Drag-and-drop to reorder elements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59848" y="3115508"/>
            <a:ext cx="4871918" cy="777240"/>
          </a:xfrm>
          <a:prstGeom prst="roundRect">
            <a:avLst>
              <a:gd name="adj" fmla="val 77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7487" y="3273147"/>
            <a:ext cx="178129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Duplicate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17487" y="3549491"/>
            <a:ext cx="4556641" cy="1856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Duplicate content (copy)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98633" y="3982164"/>
            <a:ext cx="4871799" cy="777240"/>
          </a:xfrm>
          <a:prstGeom prst="roundRect">
            <a:avLst>
              <a:gd name="adj" fmla="val 77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6272" y="4139803"/>
            <a:ext cx="178129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Media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56272" y="4416147"/>
            <a:ext cx="4556522" cy="1856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Upload and manage files (images, videos, audio)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59848" y="3982164"/>
            <a:ext cx="4871918" cy="777240"/>
          </a:xfrm>
          <a:prstGeom prst="roundRect">
            <a:avLst>
              <a:gd name="adj" fmla="val 77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7487" y="4139803"/>
            <a:ext cx="178129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17487" y="4416147"/>
            <a:ext cx="4556641" cy="1856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preview of lesson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98633" y="4893588"/>
            <a:ext cx="2137529" cy="2670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Element Types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398633" y="5294828"/>
            <a:ext cx="9833134" cy="10533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text, image, video, audio, file, accordion, step</a:t>
            </a:r>
            <a:endParaRPr lang="en-US" sz="1100" dirty="0"/>
          </a:p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8 types of questions</a:t>
            </a:r>
            <a:endParaRPr lang="en-US" sz="1100" dirty="0"/>
          </a:p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Game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matching, memory, sorting, hotspot</a:t>
            </a:r>
            <a:endParaRPr lang="en-US" sz="1100" dirty="0"/>
          </a:p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Exercise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text, file upload, image, voice recording</a:t>
            </a:r>
            <a:endParaRPr lang="en-US" sz="1100" dirty="0"/>
          </a:p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Boss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challenge with artificial intelligence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98633" y="6482358"/>
            <a:ext cx="2597348" cy="2670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Connected API Endpoints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398633" y="6883598"/>
            <a:ext cx="9833134" cy="3712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/library/sections + reorder • CRUD /library/content-infos + duplicate + reorder • CRUD /library/blocks + reorder • CRUD /library/media + bulk delete • POST /upload/, POST /upload/image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1078" y="966907"/>
            <a:ext cx="6312575" cy="3988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 — Test Creation (8 Question Types)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911078" y="1394460"/>
            <a:ext cx="5213390" cy="319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Admin: Test Creation — 8 Question Formats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11078" y="1742242"/>
            <a:ext cx="1914763" cy="2393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Question 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11078" y="2089309"/>
            <a:ext cx="12763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1078" y="2291001"/>
            <a:ext cx="4368165" cy="15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11078" y="2385298"/>
            <a:ext cx="1595676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Single Choice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11078" y="2627828"/>
            <a:ext cx="436816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correct answer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51038" y="2089309"/>
            <a:ext cx="12763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038" y="2291001"/>
            <a:ext cx="4368284" cy="15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51038" y="2385298"/>
            <a:ext cx="1595676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Multiple Choice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351038" y="2627828"/>
            <a:ext cx="4368284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Multiple correct answers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911078" y="2954893"/>
            <a:ext cx="12763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1078" y="3143845"/>
            <a:ext cx="4368165" cy="15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11078" y="3250883"/>
            <a:ext cx="1595676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True/False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2911078" y="3493413"/>
            <a:ext cx="436816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or false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351038" y="2954893"/>
            <a:ext cx="12763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038" y="3143845"/>
            <a:ext cx="4368284" cy="152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51038" y="3250883"/>
            <a:ext cx="1595676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Short Text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351038" y="3493413"/>
            <a:ext cx="4368284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Short text answer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911078" y="3820478"/>
            <a:ext cx="12763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1078" y="3996690"/>
            <a:ext cx="4368165" cy="152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911078" y="4116467"/>
            <a:ext cx="1595676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Fill in the Blank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2911078" y="4358997"/>
            <a:ext cx="436816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Fill in the blank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351038" y="3820478"/>
            <a:ext cx="12763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038" y="3996690"/>
            <a:ext cx="4368284" cy="152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51038" y="4116467"/>
            <a:ext cx="1595676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Matching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7351038" y="4358997"/>
            <a:ext cx="4368284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Matching pairs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2911078" y="4686062"/>
            <a:ext cx="12763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07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1078" y="4849535"/>
            <a:ext cx="4368165" cy="152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911078" y="4982051"/>
            <a:ext cx="1595676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Ordering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2911078" y="5224582"/>
            <a:ext cx="436816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Ordering sequence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7351038" y="4686062"/>
            <a:ext cx="127635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08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038" y="4849535"/>
            <a:ext cx="4368284" cy="1524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351038" y="4982051"/>
            <a:ext cx="1595676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Open Answer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7351038" y="5224582"/>
            <a:ext cx="4368284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Open-ended answer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2911078" y="5587603"/>
            <a:ext cx="1914763" cy="2393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Additional Features</a:t>
            </a:r>
            <a:endParaRPr lang="en-US" sz="1500" dirty="0"/>
          </a:p>
        </p:txBody>
      </p:sp>
      <p:sp>
        <p:nvSpPr>
          <p:cNvPr id="38" name="Text 28"/>
          <p:cNvSpPr/>
          <p:nvPr/>
        </p:nvSpPr>
        <p:spPr>
          <a:xfrm>
            <a:off x="2911078" y="5934670"/>
            <a:ext cx="8808244" cy="713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Duplicate tests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multiple tests simultaneously (bulk create)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random tests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Automatically check answers (check answer)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2911078" y="6755963"/>
            <a:ext cx="2325291" cy="2393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Connected API Endpoints</a:t>
            </a:r>
            <a:endParaRPr lang="en-US" sz="1500" dirty="0"/>
          </a:p>
        </p:txBody>
      </p:sp>
      <p:sp>
        <p:nvSpPr>
          <p:cNvPr id="40" name="Text 30"/>
          <p:cNvSpPr/>
          <p:nvPr/>
        </p:nvSpPr>
        <p:spPr>
          <a:xfrm>
            <a:off x="2911078" y="7103031"/>
            <a:ext cx="8808244" cy="159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/library/tests + duplicate + bulk create • GET /library/tests/by-section/{id}/random • POST /library/tests/check-answer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5073"/>
            <a:ext cx="803862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 — School Management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34578"/>
            <a:ext cx="453651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Admin: Schools Page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468529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120634"/>
            <a:ext cx="8284131" cy="20523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schools list (filtering, search)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new school (select region, district, village)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School statistics: total, premium, active, expired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school detail includes general information, teacher list, student list, and parent list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638943" y="3468529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API Endpoints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9638943" y="4120634"/>
            <a:ext cx="4205168" cy="2494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/schools/schools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/schools/schools/statistics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/schools/schools/{id}/students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/schools/schools/{id}/classes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/regions, GET /districts, GET /villages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729" y="699373"/>
            <a:ext cx="7806690" cy="615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School Role — Class Management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9729" y="1383625"/>
            <a:ext cx="5218271" cy="4926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School Admin: Classes Page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9729" y="2133124"/>
            <a:ext cx="4302800" cy="2171343"/>
          </a:xfrm>
          <a:prstGeom prst="roundRect">
            <a:avLst>
              <a:gd name="adj" fmla="val 381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98" y="2337792"/>
            <a:ext cx="591145" cy="59114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918" y="2500313"/>
            <a:ext cx="265986" cy="2659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4398" y="3100149"/>
            <a:ext cx="2463522" cy="3078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Classes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94398" y="3510677"/>
            <a:ext cx="3893463" cy="2945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school classes list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5163741" y="2133124"/>
            <a:ext cx="4302800" cy="2171343"/>
          </a:xfrm>
          <a:prstGeom prst="roundRect">
            <a:avLst>
              <a:gd name="adj" fmla="val 381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409" y="2337792"/>
            <a:ext cx="591145" cy="59114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0929" y="2500313"/>
            <a:ext cx="265986" cy="26598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68409" y="3100149"/>
            <a:ext cx="2463522" cy="3078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Create Class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5368409" y="3510677"/>
            <a:ext cx="3893463" cy="5891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new class (class name, academic year, language)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9637752" y="2133124"/>
            <a:ext cx="4302800" cy="2171343"/>
          </a:xfrm>
          <a:prstGeom prst="roundRect">
            <a:avLst>
              <a:gd name="adj" fmla="val 381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2421" y="2337792"/>
            <a:ext cx="591145" cy="59114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4941" y="2500313"/>
            <a:ext cx="265986" cy="26598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42421" y="3100149"/>
            <a:ext cx="2463522" cy="3078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Assign Teacher</a:t>
            </a:r>
            <a:endParaRPr lang="en-US" sz="1900" dirty="0"/>
          </a:p>
        </p:txBody>
      </p:sp>
      <p:sp>
        <p:nvSpPr>
          <p:cNvPr id="18" name="Text 10"/>
          <p:cNvSpPr/>
          <p:nvPr/>
        </p:nvSpPr>
        <p:spPr>
          <a:xfrm>
            <a:off x="9842421" y="3510677"/>
            <a:ext cx="3893463" cy="2945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Assign teacher to class</a:t>
            </a:r>
            <a:endParaRPr lang="en-US" sz="1550" dirty="0"/>
          </a:p>
        </p:txBody>
      </p:sp>
      <p:sp>
        <p:nvSpPr>
          <p:cNvPr id="19" name="Shape 11"/>
          <p:cNvSpPr/>
          <p:nvPr/>
        </p:nvSpPr>
        <p:spPr>
          <a:xfrm>
            <a:off x="689729" y="4475678"/>
            <a:ext cx="6539746" cy="1876782"/>
          </a:xfrm>
          <a:prstGeom prst="roundRect">
            <a:avLst>
              <a:gd name="adj" fmla="val 441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398" y="4680347"/>
            <a:ext cx="591145" cy="591145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6918" y="4842867"/>
            <a:ext cx="265986" cy="26598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94398" y="5442704"/>
            <a:ext cx="2463522" cy="3078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Class Details</a:t>
            </a:r>
            <a:endParaRPr lang="en-US" sz="1900" dirty="0"/>
          </a:p>
        </p:txBody>
      </p:sp>
      <p:sp>
        <p:nvSpPr>
          <p:cNvPr id="23" name="Text 13"/>
          <p:cNvSpPr/>
          <p:nvPr/>
        </p:nvSpPr>
        <p:spPr>
          <a:xfrm>
            <a:off x="894398" y="5853232"/>
            <a:ext cx="6130409" cy="2945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students list in class</a:t>
            </a:r>
            <a:endParaRPr lang="en-US" sz="1550" dirty="0"/>
          </a:p>
        </p:txBody>
      </p:sp>
      <p:sp>
        <p:nvSpPr>
          <p:cNvPr id="24" name="Shape 14"/>
          <p:cNvSpPr/>
          <p:nvPr/>
        </p:nvSpPr>
        <p:spPr>
          <a:xfrm>
            <a:off x="7400687" y="4475678"/>
            <a:ext cx="6539865" cy="1876782"/>
          </a:xfrm>
          <a:prstGeom prst="roundRect">
            <a:avLst>
              <a:gd name="adj" fmla="val 441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5355" y="4680347"/>
            <a:ext cx="591145" cy="591145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67876" y="4842867"/>
            <a:ext cx="265986" cy="265986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605355" y="5442704"/>
            <a:ext cx="2463522" cy="3078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Categories</a:t>
            </a:r>
            <a:endParaRPr lang="en-US" sz="1900" dirty="0"/>
          </a:p>
        </p:txBody>
      </p:sp>
      <p:sp>
        <p:nvSpPr>
          <p:cNvPr id="28" name="Text 16"/>
          <p:cNvSpPr/>
          <p:nvPr/>
        </p:nvSpPr>
        <p:spPr>
          <a:xfrm>
            <a:off x="7605355" y="5853232"/>
            <a:ext cx="6130528" cy="2945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 class categories</a:t>
            </a:r>
            <a:endParaRPr lang="en-US" sz="1550" dirty="0"/>
          </a:p>
        </p:txBody>
      </p:sp>
      <p:sp>
        <p:nvSpPr>
          <p:cNvPr id="29" name="Text 17"/>
          <p:cNvSpPr/>
          <p:nvPr/>
        </p:nvSpPr>
        <p:spPr>
          <a:xfrm>
            <a:off x="689729" y="6609278"/>
            <a:ext cx="3591401" cy="369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Connected API Endpoints</a:t>
            </a:r>
            <a:endParaRPr lang="en-US" sz="2300" dirty="0"/>
          </a:p>
        </p:txBody>
      </p:sp>
      <p:sp>
        <p:nvSpPr>
          <p:cNvPr id="30" name="Text 18"/>
          <p:cNvSpPr/>
          <p:nvPr/>
        </p:nvSpPr>
        <p:spPr>
          <a:xfrm>
            <a:off x="689729" y="7235547"/>
            <a:ext cx="13250942" cy="2945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/schools/classes • CRUD /schools/class-categories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1561"/>
            <a:ext cx="995219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School Role — Students and Teachers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61066"/>
            <a:ext cx="10576798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School Admin: Student and Teacher Management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995017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Students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647122"/>
            <a:ext cx="3933349" cy="19731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List, search, filter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new student (first name, last name, class)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Edit and delete student information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88161" y="2995017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Teachers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288161" y="3647122"/>
            <a:ext cx="3933349" cy="16102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list and filter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new teacher (specialization, experience, education level)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Edit and delete teacher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82532" y="2995017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Parents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9782532" y="3647122"/>
            <a:ext cx="4069199" cy="8051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List and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Link to child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39683"/>
            <a:ext cx="4134088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Connected API Endpoints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93790" y="680513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/schools/students • CRUD /schools/teachers • CRUD /schools/parents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9564" y="1051322"/>
            <a:ext cx="6623447" cy="4938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School Role — Curriculum Selection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039564" y="1589127"/>
            <a:ext cx="8037671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School Admin: Curriculum (Educational Program) Page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564" y="2544366"/>
            <a:ext cx="790218" cy="9482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39796" y="2702362"/>
            <a:ext cx="1975485" cy="246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Select Subjects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939796" y="3015139"/>
            <a:ext cx="7137440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Choose subjects from admin-created library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564" y="3492579"/>
            <a:ext cx="790218" cy="9482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39796" y="3650575"/>
            <a:ext cx="1975485" cy="246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Set Combinations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939796" y="3963353"/>
            <a:ext cx="7137440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Define class + subject + language combinations for school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564" y="4440793"/>
            <a:ext cx="790218" cy="9482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39796" y="4598789"/>
            <a:ext cx="1975485" cy="246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Assign Teachers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939796" y="4911566"/>
            <a:ext cx="7137440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Assign teachers to subjects and classes (Teacher Curriculum)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564" y="5389007"/>
            <a:ext cx="790218" cy="9482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39796" y="5547003"/>
            <a:ext cx="1975485" cy="246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Academic Year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6939796" y="5859780"/>
            <a:ext cx="7137440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Assign by academic year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039564" y="6502360"/>
            <a:ext cx="2880955" cy="296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Connected API Endpoints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6039564" y="6963728"/>
            <a:ext cx="8037671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/schools/school-curriculums • CRUD /schools/teacher-curriculums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4545</Words>
  <Application>WPS Writer</Application>
  <PresentationFormat>On-screen Show (16:9)</PresentationFormat>
  <Paragraphs>272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SimSun</vt:lpstr>
      <vt:lpstr>Wingdings</vt:lpstr>
      <vt:lpstr>Instrument Sans Semi Bold</vt:lpstr>
      <vt:lpstr>Instrument Sans Semi Bold</vt:lpstr>
      <vt:lpstr>Instrument Sans Semi Bold</vt:lpstr>
      <vt:lpstr>Instrument Sans Medium</vt:lpstr>
      <vt:lpstr>Instrument Sans Medium</vt:lpstr>
      <vt:lpstr>Instrument Sans Medium</vt:lpstr>
      <vt:lpstr>Instrument Sans Light</vt:lpstr>
      <vt:lpstr>苹方-简</vt:lpstr>
      <vt:lpstr>Instrument Sans Light</vt:lpstr>
      <vt:lpstr>Instrument Sans Light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Avazbek Sotvoldiyev</cp:lastModifiedBy>
  <cp:revision>2</cp:revision>
  <dcterms:created xsi:type="dcterms:W3CDTF">2026-03-20T05:58:04Z</dcterms:created>
  <dcterms:modified xsi:type="dcterms:W3CDTF">2026-03-20T05:58:04Z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78660B7EED12ED38ECE1BC697AE99F64_42</vt:lpwstr>
  </property>
  <property fmtid="{D5CDD505-2E9C-101B-9397-08002B2CF9AE}" pid="3" name="KSOProductBuildVer">
    <vt:lpwstr>1033-12.1.21937.21937</vt:lpwstr>
  </property>
</Properties>
</file>